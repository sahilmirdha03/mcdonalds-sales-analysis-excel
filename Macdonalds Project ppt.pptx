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0" r:id="rId3"/>
    <p:sldId id="256" r:id="rId4"/>
    <p:sldId id="258" r:id="rId5"/>
    <p:sldId id="259" r:id="rId6"/>
    <p:sldId id="261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28, 2026, 11_26_3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28, 2026, 11_28_4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28, 2026, 11_27_1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28, 2026, 11_26_5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28, 2026, 11_25_5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28, 2026, 11_28_3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sahil mirdha</dc:creator>
  <cp:keywords/>
  <dc:description>generated using python-pptx</dc:description>
  <cp:lastModifiedBy>sahil mirdha</cp:lastModifiedBy>
  <cp:revision>2</cp:revision>
  <dcterms:created xsi:type="dcterms:W3CDTF">2013-01-27T09:14:16Z</dcterms:created>
  <dcterms:modified xsi:type="dcterms:W3CDTF">2026-09-28T18:04:05Z</dcterms:modified>
  <cp:category/>
</cp:coreProperties>
</file>